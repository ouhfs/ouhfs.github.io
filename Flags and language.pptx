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8EF887-3D85-4D84-A8B5-0A79D760B3D0}" v="12" dt="2020-06-24T23:03:32.8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ng, Ziho" userId="2b2656b7-5cb6-4ea7-8add-c40a16f9cd53" providerId="ADAL" clId="{3E8EF887-3D85-4D84-A8B5-0A79D760B3D0}"/>
    <pc:docChg chg="undo custSel addSld modSld">
      <pc:chgData name="Kang, Ziho" userId="2b2656b7-5cb6-4ea7-8add-c40a16f9cd53" providerId="ADAL" clId="{3E8EF887-3D85-4D84-A8B5-0A79D760B3D0}" dt="2020-06-24T23:03:36.048" v="75" actId="1076"/>
      <pc:docMkLst>
        <pc:docMk/>
      </pc:docMkLst>
      <pc:sldChg chg="addSp delSp modSp add">
        <pc:chgData name="Kang, Ziho" userId="2b2656b7-5cb6-4ea7-8add-c40a16f9cd53" providerId="ADAL" clId="{3E8EF887-3D85-4D84-A8B5-0A79D760B3D0}" dt="2020-06-24T23:03:36.048" v="75" actId="1076"/>
        <pc:sldMkLst>
          <pc:docMk/>
          <pc:sldMk cId="2881842595" sldId="256"/>
        </pc:sldMkLst>
        <pc:spChg chg="del">
          <ac:chgData name="Kang, Ziho" userId="2b2656b7-5cb6-4ea7-8add-c40a16f9cd53" providerId="ADAL" clId="{3E8EF887-3D85-4D84-A8B5-0A79D760B3D0}" dt="2020-06-24T22:27:54.241" v="1" actId="478"/>
          <ac:spMkLst>
            <pc:docMk/>
            <pc:sldMk cId="2881842595" sldId="256"/>
            <ac:spMk id="2" creationId="{7BBAD1C2-C5DA-4D48-9818-51165076E0E8}"/>
          </ac:spMkLst>
        </pc:spChg>
        <pc:spChg chg="del">
          <ac:chgData name="Kang, Ziho" userId="2b2656b7-5cb6-4ea7-8add-c40a16f9cd53" providerId="ADAL" clId="{3E8EF887-3D85-4D84-A8B5-0A79D760B3D0}" dt="2020-06-24T22:27:54.241" v="1" actId="478"/>
          <ac:spMkLst>
            <pc:docMk/>
            <pc:sldMk cId="2881842595" sldId="256"/>
            <ac:spMk id="3" creationId="{36C5EF21-E104-4E1B-8BA2-B7C26743A631}"/>
          </ac:spMkLst>
        </pc:spChg>
        <pc:spChg chg="add mod">
          <ac:chgData name="Kang, Ziho" userId="2b2656b7-5cb6-4ea7-8add-c40a16f9cd53" providerId="ADAL" clId="{3E8EF887-3D85-4D84-A8B5-0A79D760B3D0}" dt="2020-06-24T23:02:29.298" v="56" actId="2711"/>
          <ac:spMkLst>
            <pc:docMk/>
            <pc:sldMk cId="2881842595" sldId="256"/>
            <ac:spMk id="6" creationId="{B6E38731-E48C-4E87-BBA9-CC47FF77C32A}"/>
          </ac:spMkLst>
        </pc:spChg>
        <pc:spChg chg="add mod">
          <ac:chgData name="Kang, Ziho" userId="2b2656b7-5cb6-4ea7-8add-c40a16f9cd53" providerId="ADAL" clId="{3E8EF887-3D85-4D84-A8B5-0A79D760B3D0}" dt="2020-06-24T23:02:35.889" v="57" actId="2711"/>
          <ac:spMkLst>
            <pc:docMk/>
            <pc:sldMk cId="2881842595" sldId="256"/>
            <ac:spMk id="8" creationId="{4D6CB855-D7D3-4EA9-9D4E-5018989435CC}"/>
          </ac:spMkLst>
        </pc:spChg>
        <pc:spChg chg="add del mod">
          <ac:chgData name="Kang, Ziho" userId="2b2656b7-5cb6-4ea7-8add-c40a16f9cd53" providerId="ADAL" clId="{3E8EF887-3D85-4D84-A8B5-0A79D760B3D0}" dt="2020-06-24T23:03:31.803" v="73" actId="1035"/>
          <ac:spMkLst>
            <pc:docMk/>
            <pc:sldMk cId="2881842595" sldId="256"/>
            <ac:spMk id="10" creationId="{91A24456-0623-4D9E-8749-01F2B41828EE}"/>
          </ac:spMkLst>
        </pc:spChg>
        <pc:spChg chg="add mod">
          <ac:chgData name="Kang, Ziho" userId="2b2656b7-5cb6-4ea7-8add-c40a16f9cd53" providerId="ADAL" clId="{3E8EF887-3D85-4D84-A8B5-0A79D760B3D0}" dt="2020-06-24T23:03:36.048" v="75" actId="1076"/>
          <ac:spMkLst>
            <pc:docMk/>
            <pc:sldMk cId="2881842595" sldId="256"/>
            <ac:spMk id="11" creationId="{8DD37216-9D73-4941-8156-BFA69439FAAD}"/>
          </ac:spMkLst>
        </pc:spChg>
        <pc:picChg chg="add del">
          <ac:chgData name="Kang, Ziho" userId="2b2656b7-5cb6-4ea7-8add-c40a16f9cd53" providerId="ADAL" clId="{3E8EF887-3D85-4D84-A8B5-0A79D760B3D0}" dt="2020-06-24T22:28:13.918" v="3"/>
          <ac:picMkLst>
            <pc:docMk/>
            <pc:sldMk cId="2881842595" sldId="256"/>
            <ac:picMk id="4" creationId="{BFFE305C-1CB5-4F27-9321-3F154CC51FFC}"/>
          </ac:picMkLst>
        </pc:picChg>
        <pc:picChg chg="add mod">
          <ac:chgData name="Kang, Ziho" userId="2b2656b7-5cb6-4ea7-8add-c40a16f9cd53" providerId="ADAL" clId="{3E8EF887-3D85-4D84-A8B5-0A79D760B3D0}" dt="2020-06-24T22:37:42.429" v="46" actId="1076"/>
          <ac:picMkLst>
            <pc:docMk/>
            <pc:sldMk cId="2881842595" sldId="256"/>
            <ac:picMk id="5" creationId="{2F045F4F-0FF8-42E9-8028-330F3209EC97}"/>
          </ac:picMkLst>
        </pc:picChg>
        <pc:picChg chg="add del mod">
          <ac:chgData name="Kang, Ziho" userId="2b2656b7-5cb6-4ea7-8add-c40a16f9cd53" providerId="ADAL" clId="{3E8EF887-3D85-4D84-A8B5-0A79D760B3D0}" dt="2020-06-24T22:37:47.802" v="49" actId="478"/>
          <ac:picMkLst>
            <pc:docMk/>
            <pc:sldMk cId="2881842595" sldId="256"/>
            <ac:picMk id="7" creationId="{3F57CCE3-BA56-4A58-BE5E-925C54971C12}"/>
          </ac:picMkLst>
        </pc:picChg>
        <pc:picChg chg="add mod">
          <ac:chgData name="Kang, Ziho" userId="2b2656b7-5cb6-4ea7-8add-c40a16f9cd53" providerId="ADAL" clId="{3E8EF887-3D85-4D84-A8B5-0A79D760B3D0}" dt="2020-06-24T22:37:49.164" v="50" actId="1076"/>
          <ac:picMkLst>
            <pc:docMk/>
            <pc:sldMk cId="2881842595" sldId="256"/>
            <ac:picMk id="9" creationId="{B617FFCB-BDBC-4CD2-968C-6E4808ACD28C}"/>
          </ac:picMkLst>
        </pc:picChg>
      </pc:sldChg>
      <pc:sldChg chg="addSp delSp modSp add">
        <pc:chgData name="Kang, Ziho" userId="2b2656b7-5cb6-4ea7-8add-c40a16f9cd53" providerId="ADAL" clId="{3E8EF887-3D85-4D84-A8B5-0A79D760B3D0}" dt="2020-06-24T22:34:10.907" v="43" actId="1076"/>
        <pc:sldMkLst>
          <pc:docMk/>
          <pc:sldMk cId="797873493" sldId="257"/>
        </pc:sldMkLst>
        <pc:spChg chg="mod">
          <ac:chgData name="Kang, Ziho" userId="2b2656b7-5cb6-4ea7-8add-c40a16f9cd53" providerId="ADAL" clId="{3E8EF887-3D85-4D84-A8B5-0A79D760B3D0}" dt="2020-06-24T22:34:10.907" v="43" actId="1076"/>
          <ac:spMkLst>
            <pc:docMk/>
            <pc:sldMk cId="797873493" sldId="257"/>
            <ac:spMk id="6" creationId="{B6E38731-E48C-4E87-BBA9-CC47FF77C32A}"/>
          </ac:spMkLst>
        </pc:spChg>
        <pc:picChg chg="add del mod">
          <ac:chgData name="Kang, Ziho" userId="2b2656b7-5cb6-4ea7-8add-c40a16f9cd53" providerId="ADAL" clId="{3E8EF887-3D85-4D84-A8B5-0A79D760B3D0}" dt="2020-06-24T22:33:36.867" v="39" actId="478"/>
          <ac:picMkLst>
            <pc:docMk/>
            <pc:sldMk cId="797873493" sldId="257"/>
            <ac:picMk id="2" creationId="{CED9CF19-7DFB-4EFE-96E8-2CBC48EAD4DE}"/>
          </ac:picMkLst>
        </pc:picChg>
        <pc:picChg chg="add mod">
          <ac:chgData name="Kang, Ziho" userId="2b2656b7-5cb6-4ea7-8add-c40a16f9cd53" providerId="ADAL" clId="{3E8EF887-3D85-4D84-A8B5-0A79D760B3D0}" dt="2020-06-24T22:33:57.872" v="41" actId="1076"/>
          <ac:picMkLst>
            <pc:docMk/>
            <pc:sldMk cId="797873493" sldId="257"/>
            <ac:picMk id="3" creationId="{23312FC9-C8E3-4DD0-9BBF-F165B0016D0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5E80C-96A5-4248-858F-3839547486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E82CCA-65E7-4D9D-B630-CEE8369B98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763048-189A-4555-BEE7-DEDC4E162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7672A-5EE2-4D3E-A961-37AAFC62E34E}" type="datetimeFigureOut">
              <a:rPr lang="en-US" smtClean="0"/>
              <a:t>6/24/2020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0F84EB-573B-4DBC-A10C-504932C09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56255B-E67F-4559-AD35-14EDDA2FF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9F14E-FA21-472E-83E0-AC7AD4988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126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734BB-1356-477E-ADE5-BC7116358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520D8-012F-471F-8B6D-080C97BF79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FBDA7C-D130-4610-B706-8A85C3EE4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7672A-5EE2-4D3E-A961-37AAFC62E34E}" type="datetimeFigureOut">
              <a:rPr lang="en-US" smtClean="0"/>
              <a:t>6/24/2020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17F1AC-F60C-420E-9CEF-647A5C781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6603F-374A-4E9C-9D43-03C8AD3CC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9F14E-FA21-472E-83E0-AC7AD4988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734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7FEE0-79D4-427B-9DB7-6A5DCC2D5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EE5DD8-232F-4BA0-8B9E-452DDE40DA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93F31D-30E9-42A4-AB80-8611383AB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7672A-5EE2-4D3E-A961-37AAFC62E34E}" type="datetimeFigureOut">
              <a:rPr lang="en-US" smtClean="0"/>
              <a:t>6/24/2020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F0926-35B5-4038-8BBC-42E233F26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6D7989-1078-4FEB-BF5F-7EBC70369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9F14E-FA21-472E-83E0-AC7AD4988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715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C2913-4EED-4776-BAD2-12826191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C29F0-7B36-4125-8243-5693EC8FAB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0A640E-24F4-452C-9F6E-212A08567E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4FBB14-0E13-4EE0-85C0-082FB0F27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7672A-5EE2-4D3E-A961-37AAFC62E34E}" type="datetimeFigureOut">
              <a:rPr lang="en-US" smtClean="0"/>
              <a:t>6/24/2020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F6CBA5-0AF7-4795-879E-22926815F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609602-B5A5-4B46-BC19-E8E3FDAD3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9F14E-FA21-472E-83E0-AC7AD4988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064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7B551-9D39-4430-997E-9DFD078AE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D78D1-E356-4886-BDD6-00B74272BB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DD35CB-58A6-4DF5-8C52-1A33255FD8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D62585-2C98-47BA-86E9-B7554D12BC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285BE9-1404-458D-B4A3-C165C85317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E5A9D0-7B92-48CD-99D7-05E3E49A8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7672A-5EE2-4D3E-A961-37AAFC62E34E}" type="datetimeFigureOut">
              <a:rPr lang="en-US" smtClean="0"/>
              <a:t>6/24/2020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C78BBF-274B-479D-A8E2-BF280EFE6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B3E558-2715-4B6D-B75D-8CE79C3C9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9F14E-FA21-472E-83E0-AC7AD4988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316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FC095-5E38-4866-9521-48CD4DE68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751BD9-67D7-4FED-BAFC-9D30A7EE8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7672A-5EE2-4D3E-A961-37AAFC62E34E}" type="datetimeFigureOut">
              <a:rPr lang="en-US" smtClean="0"/>
              <a:t>6/24/2020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C480E1-7B77-4230-BFBD-85B994918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1AA28B-487F-4906-AA42-129D0998D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9F14E-FA21-472E-83E0-AC7AD4988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150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3A5A9F-6D0A-4DCC-B005-468B714F2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7672A-5EE2-4D3E-A961-37AAFC62E34E}" type="datetimeFigureOut">
              <a:rPr lang="en-US" smtClean="0"/>
              <a:t>6/24/2020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80E044-8548-46F4-98E4-7DDD4D9AD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AC9F3B-FA5E-45D3-9D17-EFAE95287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9F14E-FA21-472E-83E0-AC7AD4988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905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D901F-C055-4E21-84FD-34452CC02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885281-10CF-4897-BC36-B5B1239F0A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8A03C1-8ED1-449C-9B7A-F473347898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47CEE4-658D-4C3D-8C2A-333D4C859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7672A-5EE2-4D3E-A961-37AAFC62E34E}" type="datetimeFigureOut">
              <a:rPr lang="en-US" smtClean="0"/>
              <a:t>6/24/2020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4F86AB-AF83-43E2-8C4A-9538ABDEF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159449-1A94-4C16-BAA5-8E5CBD084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9F14E-FA21-472E-83E0-AC7AD4988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285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A8E84-3BF9-40DF-A3FE-74D5B2AE7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E7ABB3-4735-4FC1-BDF6-0CFBABFB3E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144534-DA66-47E9-87B9-7B96511A4E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F033A3-24DE-47CE-AEE4-F1EC27424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7672A-5EE2-4D3E-A961-37AAFC62E34E}" type="datetimeFigureOut">
              <a:rPr lang="en-US" smtClean="0"/>
              <a:t>6/24/2020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46870D-0141-4EA4-B4CF-90FF063B8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63CB7A-BB8A-4E21-8CA5-0A3481D74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9F14E-FA21-472E-83E0-AC7AD4988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719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92F2F-81E8-468B-A02F-EB0D6DD71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66B198-D957-4E74-85A8-D68086CA02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4D8CC5-D787-4551-A857-6ECBD31FC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7672A-5EE2-4D3E-A961-37AAFC62E34E}" type="datetimeFigureOut">
              <a:rPr lang="en-US" smtClean="0"/>
              <a:t>6/24/2020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2BE60-DE12-4ADB-A2DF-158D1653D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5C1668-DCFB-4396-8C4D-6BEF9FE0F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9F14E-FA21-472E-83E0-AC7AD4988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442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515543-CF11-45AE-8112-195AB22A69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231D48-4554-46A0-974F-7AC196793D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83B734-2066-4F08-AA6F-E9362D2B6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7672A-5EE2-4D3E-A961-37AAFC62E34E}" type="datetimeFigureOut">
              <a:rPr lang="en-US" smtClean="0"/>
              <a:t>6/24/2020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136B4-7914-41D8-9DA2-4AEF564A2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8B0C42-2C6C-4F98-B16D-82C4B6A47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9F14E-FA21-472E-83E0-AC7AD4988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177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4EE605-AC6D-4090-A39E-E5B58415B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D8C756-4A20-4BC5-A60D-14374C4D9F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574891-548E-469D-971E-A81FC88BA2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07672A-5EE2-4D3E-A961-37AAFC62E34E}" type="datetimeFigureOut">
              <a:rPr lang="en-US" smtClean="0"/>
              <a:t>6/24/2020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83F35-4B4E-44A1-9ED6-CD8DA53CEF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377DFF-AA32-4510-84AE-C4636EE462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B9F14E-FA21-472E-83E0-AC7AD4988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162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F045F4F-0FF8-42E9-8028-330F3209E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811" y="439044"/>
            <a:ext cx="2943225" cy="28384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6E38731-E48C-4E87-BBA9-CC47FF77C32A}"/>
              </a:ext>
            </a:extLst>
          </p:cNvPr>
          <p:cNvSpPr txBox="1"/>
          <p:nvPr/>
        </p:nvSpPr>
        <p:spPr>
          <a:xfrm>
            <a:off x="4031036" y="657940"/>
            <a:ext cx="7063152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0" b="1" dirty="0">
                <a:cs typeface="Aharoni" panose="020B0604020202020204" pitchFamily="2" charset="-79"/>
              </a:rPr>
              <a:t>ENGLISH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6CB855-D7D3-4EA9-9D4E-5018989435CC}"/>
              </a:ext>
            </a:extLst>
          </p:cNvPr>
          <p:cNvSpPr txBox="1"/>
          <p:nvPr/>
        </p:nvSpPr>
        <p:spPr>
          <a:xfrm>
            <a:off x="4186071" y="4131426"/>
            <a:ext cx="4801314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0" b="1" dirty="0">
                <a:cs typeface="Aharoni" panose="020B0604020202020204" pitchFamily="2" charset="-79"/>
              </a:rPr>
              <a:t>한국어</a:t>
            </a:r>
            <a:endParaRPr lang="en-US" sz="12000" b="1" dirty="0">
              <a:cs typeface="Aharoni" panose="020B0604020202020204" pitchFamily="2" charset="-79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617FFCB-BDBC-4CD2-968C-6E4808ACD2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811" y="3628131"/>
            <a:ext cx="2971800" cy="27908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1A24456-0623-4D9E-8749-01F2B41828EE}"/>
              </a:ext>
            </a:extLst>
          </p:cNvPr>
          <p:cNvSpPr txBox="1"/>
          <p:nvPr/>
        </p:nvSpPr>
        <p:spPr>
          <a:xfrm>
            <a:off x="952681" y="354201"/>
            <a:ext cx="10443739" cy="307078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D37216-9D73-4941-8156-BFA69439FAAD}"/>
              </a:ext>
            </a:extLst>
          </p:cNvPr>
          <p:cNvSpPr txBox="1"/>
          <p:nvPr/>
        </p:nvSpPr>
        <p:spPr>
          <a:xfrm>
            <a:off x="952680" y="3509825"/>
            <a:ext cx="10443739" cy="307078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1842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F045F4F-0FF8-42E9-8028-330F3209E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811" y="1149163"/>
            <a:ext cx="2943225" cy="28384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6E38731-E48C-4E87-BBA9-CC47FF77C32A}"/>
              </a:ext>
            </a:extLst>
          </p:cNvPr>
          <p:cNvSpPr txBox="1"/>
          <p:nvPr/>
        </p:nvSpPr>
        <p:spPr>
          <a:xfrm>
            <a:off x="4059611" y="1622704"/>
            <a:ext cx="4801314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0" b="1" dirty="0">
                <a:latin typeface="Abadi" panose="020B0604020202020204" pitchFamily="34" charset="0"/>
                <a:cs typeface="Aharoni" panose="020B0604020202020204" pitchFamily="2" charset="-79"/>
              </a:rPr>
              <a:t>한국어</a:t>
            </a:r>
            <a:endParaRPr lang="en-US" sz="12000" b="1" dirty="0">
              <a:latin typeface="Abadi" panose="020B0604020202020204" pitchFamily="34" charset="0"/>
              <a:cs typeface="Aharoni" panose="020B0604020202020204" pitchFamily="2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312FC9-C8E3-4DD0-9BBF-F165B0016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236" y="1196788"/>
            <a:ext cx="2971800" cy="2790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8734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3</Words>
  <Application>Microsoft Office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Abadi</vt:lpstr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Kang, Ziho</dc:creator>
  <cp:lastModifiedBy>Kang, Ziho</cp:lastModifiedBy>
  <cp:revision>1</cp:revision>
  <dcterms:created xsi:type="dcterms:W3CDTF">2020-06-24T22:27:50Z</dcterms:created>
  <dcterms:modified xsi:type="dcterms:W3CDTF">2020-06-24T23:03:40Z</dcterms:modified>
</cp:coreProperties>
</file>